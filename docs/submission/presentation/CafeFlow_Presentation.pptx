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66050" y="112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6050" y="421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6050" y="1129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26808" y="46398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logo"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508225" y="4489238"/>
            <a:ext cx="15240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/>
          <p:nvPr/>
        </p:nvSpPr>
        <p:spPr>
          <a:xfrm>
            <a:off x="-45650" y="-234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-967575" y="-23400"/>
            <a:ext cx="5818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FINAL PROJECT DEFENSE | BIT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2" name="Google Shape;12;p1" title="logo-removebg-preview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51800" y="4240213"/>
            <a:ext cx="926675" cy="92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/>
        </p:nvSpPr>
        <p:spPr>
          <a:xfrm>
            <a:off x="3932675" y="-23400"/>
            <a:ext cx="5818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BATCH 2022</a:t>
            </a:r>
            <a:r>
              <a:rPr i="1" lang="en-GB" sz="1800">
                <a:solidFill>
                  <a:schemeClr val="lt1"/>
                </a:solidFill>
              </a:rPr>
              <a:t> </a:t>
            </a:r>
            <a:endParaRPr i="1" sz="18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81381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 sz="3800" b="1">
                <a:solidFill>
                  <a:srgbClr val="12335B"/>
                </a:solidFill>
              </a:defRPr>
            </a:pPr>
            <a:r>
              <a:t>CafeFlow</a:t>
            </a:r>
          </a:p>
          <a:p>
            <a:pPr algn="ctr">
              <a:spcAft>
                <a:spcPts val="0"/>
              </a:spcAft>
              <a:defRPr sz="1700" b="0">
                <a:solidFill>
                  <a:srgbClr val="202020"/>
                </a:solidFill>
              </a:defRPr>
            </a:pPr>
            <a:r>
              <a:t>A Web-Based Cafe Management System</a:t>
            </a:r>
          </a:p>
          <a:p>
            <a:pPr algn="ctr">
              <a:spcAft>
                <a:spcPts val="1400"/>
              </a:spcAft>
              <a:defRPr sz="1700" b="0">
                <a:solidFill>
                  <a:srgbClr val="202020"/>
                </a:solidFill>
              </a:defRPr>
            </a:pPr>
            <a:r>
              <a:t>for Small and Medium Cafes</a:t>
            </a:r>
          </a:p>
          <a:p>
            <a:pPr algn="ctr">
              <a:spcAft>
                <a:spcPts val="200"/>
              </a:spcAft>
              <a:defRPr sz="1600" b="0">
                <a:solidFill>
                  <a:srgbClr val="202020"/>
                </a:solidFill>
              </a:defRPr>
            </a:pPr>
            <a:r>
              <a:t>Amit Tharu, BIT (LC0003001642)</a:t>
            </a:r>
          </a:p>
          <a:p>
            <a:pPr algn="ctr">
              <a:spcAft>
                <a:spcPts val="200"/>
              </a:spcAft>
              <a:defRPr sz="1500" b="0">
                <a:solidFill>
                  <a:srgbClr val="202020"/>
                </a:solidFill>
              </a:defRPr>
            </a:pPr>
            <a:r>
              <a:t>Supervisor: Mr. Saishab Bhattarai</a:t>
            </a:r>
          </a:p>
          <a:p>
            <a:pPr algn="ctr">
              <a:spcAft>
                <a:spcPts val="0"/>
              </a:spcAft>
              <a:defRPr sz="1500" b="0">
                <a:solidFill>
                  <a:srgbClr val="2E6FB5"/>
                </a:solidFill>
              </a:defRPr>
            </a:pPr>
            <a:r>
              <a:t>Phoenix College of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Cafes handle many time-critical daily tasks: taking orders, tracking them, billing, and managing stock.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Most small cafes still do this manually with notebooks, verbal orders, and spreadsheets.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This is slow, error-prone, and gives no reliable view of sales or stock.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CafeFlow: a web-based system that unifies ordering, billing, inventory, staff and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Manual cafe operations cause real, everyday problems: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Paper orders relayed verbally lead to delays and mistakes.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Bills calculated by hand are error-prone and cause disputes.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Stock tracked informally runs out unexpectedly.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No usable sales data, so owners lack insight into revenue and best-sellers.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Commercial POS systems are costly, complex, or hardware-bound.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Need: a simple, affordable, web-based system built for cafes.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General: a single web platform to digitise cafe ordering, billing, inventory and staff management.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Specific objectives: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Provide secure, role-based access for Admin and Staff.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Manage menu, orders, billing and inventory in real time.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Track orders through a pending → preparing → completed workflow.</a:t>
            </a:r>
          </a:p>
          <a:p>
            <a:pPr lvl="1">
              <a:lnSpc>
                <a:spcPct val="105000"/>
              </a:lnSpc>
              <a:spcAft>
                <a:spcPts val="300"/>
              </a:spcAft>
              <a:defRPr sz="1400">
                <a:solidFill>
                  <a:srgbClr val="202020"/>
                </a:solidFill>
              </a:defRPr>
            </a:pPr>
            <a:r>
              <a:t>◦  Generate accurate sales and inventory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Email/password login with role-based access (Admin vs Staff).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Menu management: create, edit, delete, toggle availability.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Order taking with table/customer details and live status tracking.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Itemised billing for orders, ready to print.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Inventory tracking with automatic low-stock alerts.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Staff management and sales reporting from real order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Non-functional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Security: bcrypt-hashed passwords and HTTP-only session cookies.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Usability: clean, responsive UI on desktop, tablet and mobile.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Performance: common actions complete in a fraction of a second.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Reliability: data persisted in SQLite, surviving restarts.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Maintainability: clear layers — UI, API and data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Data Modeling: ER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690" y="1234440"/>
            <a:ext cx="3262620" cy="23243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Process Modeling: Order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0005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02020"/>
                </a:solidFill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40005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02020"/>
                </a:solidFill>
              </a:defRPr>
            </a:pPr>
            <a:r>
              <a:t/>
            </a:r>
          </a:p>
        </p:txBody>
      </p:sp>
      <p:pic>
        <p:nvPicPr>
          <p:cNvPr id="8" name="Picture 7" descr="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301109"/>
            <a:ext cx="3931920" cy="2381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592" y="1234440"/>
            <a:ext cx="3094816" cy="38136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Key Logic: Orders &amp; 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Order workflow: each order moves pending → preparing → completed; each line stores a price snapshot.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Billing: totals computed from order lines; an itemised bill is generated for printing.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Inventory: items at or below their threshold are flagged as low stock.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Reports: revenue, orders, top items and category split are aggregated from stored orders.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Auth: passwords hashed with bcrypt; every API request validates the session and role.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Implementing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Next.js + React + TypeScript: full-stack UI and API routes.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SQLite via better-sqlite3: embedded relational database.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Tailwind CSS + shadcn/ui: styling and accessible components.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Zustand: lightweight client-side state management.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bcrypt: password hashing; Recharts: dashboard charts.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Playwright: end-to-end testing; Git/GitHub + VS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Implementation: Module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Authentication: login, hashed passwords, sessions, role-based access.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Menu: CRUD, availability toggle, search, filter, table/card views.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Orders: build cart, submit, track status; price snapshot per line.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Billing: itemised bills for completed and in-progress orders.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Inventory: stock with units and low-stock thresholds + alerts.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Staff &amp; Reports: team management and analytics from real orders.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Application Demo: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96" y="1234440"/>
            <a:ext cx="4864608" cy="69185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Application Demo: Orders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-orders-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96" y="1234440"/>
            <a:ext cx="4864608" cy="38511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1381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 sz="2600" b="1">
                <a:solidFill>
                  <a:srgbClr val="12335B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011680" cy="381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040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CafeFlow is a complete, working cafe management system: menu, orders, billing, inventory, staff and reports.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Replaces manual processes with a fast, consistent, role-based digital workflow.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Secure authentication, SQLite persistence and analytics from real order data.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Validated by 25 automated end-to-end tests, all passing.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02020"/>
                </a:solidFill>
              </a:defRPr>
            </a:pPr>
            <a:r>
              <a:t>•  Future: online payments, multi-outlet, kitchen display and QR table ordering.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